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63" r:id="rId14"/>
    <p:sldId id="272" r:id="rId15"/>
    <p:sldId id="273" r:id="rId16"/>
    <p:sldId id="274" r:id="rId17"/>
    <p:sldId id="275" r:id="rId18"/>
    <p:sldId id="264" r:id="rId19"/>
    <p:sldId id="26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156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57200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777240" cy="777240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971550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24231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 Tracker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— Industrial Training Kit Documentation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5394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568756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Alina Mehmood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2296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2026  •  Powered by DecodeLabs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Stepping into the role of a Python Developer at DecodeLabs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9224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/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58521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moves beyond simple arithmetic into </a:t>
            </a: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Accumulation</a:t>
            </a: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foundation of every real financial system.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task: build a script where a user repeatedly enters expense amounts, and the program continuously stores, updates, and totals them in real time.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this pattern proves the ability to handle continuous data entry through disciplined mathematical and programmatic logic — a core skill before attempting complex financial software.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0" y="155448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0" y="1874520"/>
            <a:ext cx="548640" cy="548640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4404" y="199796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8096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80960" y="29718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backend system — from banking apps to e-commerce carts — relies on the same idea: 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reliably keep a running total as new data arrives.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680960" y="46634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EB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this project unlocks the next milestone in the DecodeLabs Industrial Training track.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Python Programming — Project 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73352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1867662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5361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828800" y="182880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script where the user enters multiple expense amounts (e.g. 100, 50, 20). The program continuously adds each value and displays the final Total Spent.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06324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3337560"/>
            <a:ext cx="594360" cy="59436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91" y="347129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Skill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22960" y="44805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operations and the Accumulator Pattern — repeatedly adding a new value to a running total (total = total + new_expense).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43400" y="306324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17720" y="3337560"/>
            <a:ext cx="594360" cy="59436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1451" y="3471291"/>
            <a:ext cx="326898" cy="32689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772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Concept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617720" y="44805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accumulation and state preservation: keeping a value alive and updated across every loop cycle instead of resetting it.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38160" y="306324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6F2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12480" y="3337560"/>
            <a:ext cx="594360" cy="594360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6211" y="3471291"/>
            <a:ext cx="326898" cy="32689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12480" y="4069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412480" y="448056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groundwork for data processing and calculation logic used throughout backend and financial software engineering.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Python Programming — Project 2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Blueprint: The IPO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Process → Output — the universal structure of every backend program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41A4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" y="21556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Input — The Gate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continuously requests raw expense values from the user, one entry at a time.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087368" y="3063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622C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389120" y="16916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41A45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2011680"/>
            <a:ext cx="640080" cy="640080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458" y="215569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8346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Process — The Engine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63440" y="33832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value is validated, converted to a number, and added to a running total using the accumulator pattern.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927848" y="3063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8622C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8229600" y="169164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41A45"/>
          </a:solidFill>
          <a:ln/>
        </p:spPr>
      </p:sp>
      <p:sp>
        <p:nvSpPr>
          <p:cNvPr id="17" name="Shape 13"/>
          <p:cNvSpPr/>
          <p:nvPr/>
        </p:nvSpPr>
        <p:spPr>
          <a:xfrm>
            <a:off x="8503920" y="2011680"/>
            <a:ext cx="640080" cy="640080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7938" y="2155698"/>
            <a:ext cx="352044" cy="3520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0" y="28346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Output — The Display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503920" y="33832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entry ends, the final accumulated total is displayed clearly as the result.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E8622C"/>
          </a:solidFill>
          <a:ln/>
        </p:spPr>
      </p:sp>
      <p:sp>
        <p:nvSpPr>
          <p:cNvPr id="22" name="Shape 17"/>
          <p:cNvSpPr/>
          <p:nvPr/>
        </p:nvSpPr>
        <p:spPr>
          <a:xfrm>
            <a:off x="777240" y="53309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397" y="5444109"/>
            <a:ext cx="276606" cy="27660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17320" y="516636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Garbage In = Garbage Out — unvalidated input corrupts every stage downstream.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Python Programming — Project 2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Logic: The Accumulator Pattern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heartbeat of the ledger — how the program remembers and updates state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Building Blocks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Initialization (Memory)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263347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(e.g. total) is set to zero before any looping begins — the starting point of the ledger.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Iteration (Continuous Update)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959352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loop cycle, the new expense is added to the existing total, and the updated value is kept alive for the next cycle.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50292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distinction: the total must live OUTSIDE the loop. If it is reset inside the loop, every past entry is silently discarded — a common logic error.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Growth Example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29400" y="233172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141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331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2898648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141A45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28986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  →  total = 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29400" y="3465576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141A45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4655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 →  total = 15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629400" y="4032504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141A45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03250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+ 20  →  total = 35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29400" y="4599432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141A45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59943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+ 50  →  total = 85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29400" y="5166360"/>
            <a:ext cx="4663440" cy="457200"/>
          </a:xfrm>
          <a:prstGeom prst="roundRect">
            <a:avLst>
              <a:gd name="adj" fmla="val 12000"/>
            </a:avLst>
          </a:prstGeom>
          <a:solidFill>
            <a:srgbClr val="E8622C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5166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+ 100  →  total = 185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29400" y="582472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Result: $185.00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Python Programming — Project 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Validation &amp; Defensive Coding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user input as untrusted until proven otherwise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6479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188823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647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 arrives as text by default. Numbers entered by the user must be explicitly converted before they can be added — otherwise the program joins text instead of performing arithmetic, producing an incorrect result.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50876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764792"/>
            <a:ext cx="548640" cy="548640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188823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6479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46520" y="22860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user enters something that is not a valid number, the program should catch that error gracefully, display a clear message, and continue running instead of crashing.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3886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Defensive Coding Checklist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68680" y="4389120"/>
            <a:ext cx="292608" cy="292608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" y="4433011"/>
            <a:ext cx="204826" cy="20482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4361688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every input before using it in a calculation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68680" y="4773168"/>
            <a:ext cx="292608" cy="292608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" y="4817059"/>
            <a:ext cx="204826" cy="20482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4745736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text input to a numeric type explicitly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68680" y="5157216"/>
            <a:ext cx="292608" cy="292608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" y="5201107"/>
            <a:ext cx="204826" cy="2048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80160" y="5129784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invalid entries without stopping the program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868680" y="5541264"/>
            <a:ext cx="292608" cy="292608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571" y="5585155"/>
            <a:ext cx="204826" cy="20482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80160" y="5513832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that input matches the expected format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Python Programming — Project 2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Flow: Loop &amp; Graceful Exit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entry safely, and knowing when to stop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4F6FC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691" y="209969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Loop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repeatedly asks for a new expense entry, allowing an unlimited number of transactions in a single run.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4F6FC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171" y="209969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Value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63440" y="31089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 command (such as typing "done" or "quit") signals the program to stop asking for more input.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6916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F4F6FC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0392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7651" y="2099691"/>
            <a:ext cx="326898" cy="3268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6974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Graceful Shutdown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03920" y="310896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sentinel is detected, the loop ends cleanly and control passes to the output stage — no abrupt crash.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E8622C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51480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" y="527151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9377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defined stopping condition, the loop runs forever. Every continuous-entry program needs a clear, well-communicated exit path.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Python Programming — Project 2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643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324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7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633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315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258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03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71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Quality Standard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checklist used to verify project completion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41A4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0894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97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2004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correctly handles five or more sequential transactions without error.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10712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41A45"/>
          </a:solidFill>
          <a:ln/>
        </p:spPr>
      </p:sp>
      <p:sp>
        <p:nvSpPr>
          <p:cNvPr id="10" name="Shape 7"/>
          <p:cNvSpPr/>
          <p:nvPr/>
        </p:nvSpPr>
        <p:spPr>
          <a:xfrm>
            <a:off x="3639312" y="1965960"/>
            <a:ext cx="548640" cy="548640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756" y="20894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697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Integrity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39312" y="32004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variable is initialized outside the loop and preserved correctly across cycles.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72784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41A45"/>
          </a:solidFill>
          <a:ln/>
        </p:spPr>
      </p:sp>
      <p:sp>
        <p:nvSpPr>
          <p:cNvPr id="15" name="Shape 11"/>
          <p:cNvSpPr/>
          <p:nvPr/>
        </p:nvSpPr>
        <p:spPr>
          <a:xfrm>
            <a:off x="6501384" y="1965960"/>
            <a:ext cx="548640" cy="548640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828" y="20894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2697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501384" y="32004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input is caught and handled without crashing the program.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34856" y="169164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141A45"/>
          </a:solidFill>
          <a:ln/>
        </p:spPr>
      </p:sp>
      <p:sp>
        <p:nvSpPr>
          <p:cNvPr id="20" name="Shape 15"/>
          <p:cNvSpPr/>
          <p:nvPr/>
        </p:nvSpPr>
        <p:spPr>
          <a:xfrm>
            <a:off x="9363456" y="1965960"/>
            <a:ext cx="548640" cy="548640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6900" y="208940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63456" y="269748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63456" y="320040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exit command stops the loop and prints the final accumulated total.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8622C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54864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REQUIRED — All four criteria must pass before Project 2 is marked complete.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Python Programming — Project 2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073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257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775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225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1569"/>
            </a:avLst>
          </a:prstGeom>
          <a:solidFill>
            <a:srgbClr val="F4F6FC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645920"/>
            <a:ext cx="5943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Python is achieved through hands-on practice, not theory alone.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should be approached individually — experimenting with unique solutions and treating every logic error as a learning opportunity.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these milestones at DecodeLabs builds a real-world portfolio that demonstrates backend thinking to future employers.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i="1" dirty="0">
                <a:solidFill>
                  <a:srgbClr val="E86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to becoming a professional developer begins with the very first line of code written today.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0" y="1371600"/>
            <a:ext cx="4297680" cy="4663440"/>
          </a:xfrm>
          <a:prstGeom prst="roundRect">
            <a:avLst>
              <a:gd name="adj" fmla="val 170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2103120"/>
            <a:ext cx="292608" cy="292608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131" y="2147011"/>
            <a:ext cx="204826" cy="20482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0" y="20756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 pattern = running total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635240" y="2670048"/>
            <a:ext cx="292608" cy="292608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131" y="2713939"/>
            <a:ext cx="204826" cy="204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0" y="264261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before you calculate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635240" y="3236976"/>
            <a:ext cx="292608" cy="292608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131" y="3280867"/>
            <a:ext cx="204826" cy="20482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46720" y="320954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need a graceful exit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635240" y="3803904"/>
            <a:ext cx="292608" cy="292608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131" y="3847795"/>
            <a:ext cx="204826" cy="20482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46720" y="37764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must persist outside the loop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7635240" y="4370832"/>
            <a:ext cx="292608" cy="292608"/>
          </a:xfrm>
          <a:prstGeom prst="ellipse">
            <a:avLst/>
          </a:prstGeom>
          <a:solidFill>
            <a:srgbClr val="E8622C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131" y="4414723"/>
            <a:ext cx="204826" cy="20482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046720" y="4343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5+ real transactions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|  Python Programming — Project 2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2560320" y="4114800"/>
            <a:ext cx="4572000" cy="45720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Alina Mehmood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decodelabs.tech@gmail.com   •   www.decodelabs.tech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Lucknow, India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1020</Words>
  <Application>Microsoft Office PowerPoint</Application>
  <PresentationFormat>Widescreen</PresentationFormat>
  <Paragraphs>128</Paragraphs>
  <Slides>19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- Expense Tracker (Project 2)</dc:title>
  <dc:subject>PptxGenJS Presentation</dc:subject>
  <dc:creator>Alina Mehmood</dc:creator>
  <cp:lastModifiedBy>Windows User</cp:lastModifiedBy>
  <cp:revision>10</cp:revision>
  <dcterms:created xsi:type="dcterms:W3CDTF">2026-07-01T07:11:02Z</dcterms:created>
  <dcterms:modified xsi:type="dcterms:W3CDTF">2026-07-01T16:01:40Z</dcterms:modified>
</cp:coreProperties>
</file>